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6"/>
  </p:notesMasterIdLst>
  <p:sldIdLst>
    <p:sldId id="278" r:id="rId5"/>
    <p:sldId id="279" r:id="rId6"/>
    <p:sldId id="280" r:id="rId7"/>
    <p:sldId id="282" r:id="rId8"/>
    <p:sldId id="281" r:id="rId9"/>
    <p:sldId id="283" r:id="rId10"/>
    <p:sldId id="284" r:id="rId11"/>
    <p:sldId id="285" r:id="rId12"/>
    <p:sldId id="286" r:id="rId13"/>
    <p:sldId id="287" r:id="rId14"/>
    <p:sldId id="28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85" d="100"/>
          <a:sy n="85" d="100"/>
        </p:scale>
        <p:origin x="15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latin typeface="Algerian" panose="04020705040A02060702" pitchFamily="82" charset="0"/>
              </a:rPr>
              <a:t>GAME</a:t>
            </a:r>
            <a:r>
              <a:rPr lang="en-US" sz="3200" dirty="0">
                <a:latin typeface="Algerian" panose="04020705040A02060702" pitchFamily="82" charset="0"/>
              </a:rPr>
              <a:t> </a:t>
            </a:r>
            <a:r>
              <a:rPr lang="en-US" sz="3600" dirty="0">
                <a:latin typeface="Algerian" panose="04020705040A02060702" pitchFamily="82" charset="0"/>
              </a:rPr>
              <a:t>DEVELOPMENT</a:t>
            </a:r>
            <a:endParaRPr lang="en-US" sz="3200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>
                <a:solidFill>
                  <a:schemeClr val="tx2"/>
                </a:solidFill>
                <a:latin typeface="Algerian" panose="04020705040A02060702" pitchFamily="82" charset="0"/>
              </a:rPr>
              <a:t>DOBARIYA SAVAN Y.</a:t>
            </a:r>
          </a:p>
          <a:p>
            <a:pPr algn="l"/>
            <a:r>
              <a:rPr lang="en-US" sz="2300" dirty="0">
                <a:solidFill>
                  <a:schemeClr val="tx2"/>
                </a:solidFill>
                <a:latin typeface="Algerian" panose="04020705040A02060702" pitchFamily="82" charset="0"/>
              </a:rPr>
              <a:t>2530401026-BCA</a:t>
            </a:r>
          </a:p>
          <a:p>
            <a:pPr algn="l"/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6600" dirty="0">
                <a:latin typeface="Algerian" panose="04020705040A02060702" pitchFamily="82" charset="0"/>
              </a:rPr>
              <a:t>TOPICS</a:t>
            </a:r>
            <a:r>
              <a:rPr lang="en-US" sz="4000" dirty="0"/>
              <a:t>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781240"/>
          </a:xfrm>
        </p:spPr>
        <p:txBody>
          <a:bodyPr anchor="t">
            <a:normAutofit/>
          </a:bodyPr>
          <a:lstStyle/>
          <a:p>
            <a:pPr lvl="0">
              <a:buFont typeface="Wingdings" panose="05000000000000000000" pitchFamily="2" charset="2"/>
              <a:buChar char="v"/>
            </a:pPr>
            <a:r>
              <a:rPr lang="en-US" sz="2400" dirty="0"/>
              <a:t>Introduction Of Game  Development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2400" dirty="0"/>
              <a:t>Types Of Game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2400" dirty="0">
                <a:latin typeface="+mj-lt"/>
              </a:rPr>
              <a:t>Game Design Process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2400" dirty="0">
                <a:latin typeface="+mj-lt"/>
              </a:rPr>
              <a:t>Programming Languages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2400" dirty="0">
                <a:latin typeface="+mj-lt"/>
              </a:rPr>
              <a:t>Core Game Engines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2400" dirty="0">
                <a:latin typeface="+mj-lt"/>
              </a:rPr>
              <a:t>Graphics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2400" dirty="0">
                <a:latin typeface="+mj-lt"/>
              </a:rPr>
              <a:t>Conclusion</a:t>
            </a:r>
          </a:p>
          <a:p>
            <a:pPr marL="36900" lvl="0" indent="0">
              <a:buNone/>
            </a:pPr>
            <a:endParaRPr lang="en-US" sz="2400" dirty="0">
              <a:latin typeface="+mj-lt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CA1F3-9004-393C-4103-A28101F7F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latin typeface="Algerian" panose="04020705040A02060702" pitchFamily="82" charset="0"/>
              </a:rPr>
              <a:t>INTRODUCTION OF GAME  DEVELOPMENT</a:t>
            </a:r>
            <a:br>
              <a:rPr lang="en-US" sz="4800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497E6-6235-4B9D-AE49-D5240E238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+mj-lt"/>
              </a:rPr>
              <a:t>Game Development Means Creating Video Games.</a:t>
            </a:r>
          </a:p>
          <a:p>
            <a:r>
              <a:rPr lang="en-US" sz="2800" dirty="0">
                <a:latin typeface="+mj-lt"/>
              </a:rPr>
              <a:t> It Includes Everything From : Designing Characters ,Writing Code,    Creating Graphics, Adding Sound .</a:t>
            </a:r>
          </a:p>
          <a:p>
            <a:r>
              <a:rPr lang="en-US" sz="2800" dirty="0">
                <a:latin typeface="+mj-lt"/>
              </a:rPr>
              <a:t>Development Is Supported By Project  Management, Production, </a:t>
            </a:r>
            <a:r>
              <a:rPr lang="en-US" sz="2800" dirty="0"/>
              <a:t>And Quality.</a:t>
            </a:r>
            <a:endParaRPr lang="en-US" sz="2800" dirty="0">
              <a:latin typeface="+mj-lt"/>
            </a:endParaRPr>
          </a:p>
          <a:p>
            <a:endParaRPr lang="en-US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2690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E4852-0CEB-164A-8759-CDE684D04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latin typeface="Algerian" panose="04020705040A02060702" pitchFamily="82" charset="0"/>
              </a:rPr>
              <a:t>TYPES OF GAME</a:t>
            </a:r>
            <a:endParaRPr lang="en-IN" sz="54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C790C-1B8E-47FF-A06F-382372038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There Are Three Types Of Game </a:t>
            </a:r>
            <a:r>
              <a:rPr lang="en-US" sz="6000" dirty="0"/>
              <a:t>:</a:t>
            </a:r>
          </a:p>
          <a:p>
            <a:pPr marL="494100" indent="-457200">
              <a:buFont typeface="+mj-lt"/>
              <a:buAutoNum type="arabicPeriod"/>
            </a:pPr>
            <a:r>
              <a:rPr lang="en-US" sz="3200" dirty="0"/>
              <a:t>Mobile Games </a:t>
            </a:r>
          </a:p>
          <a:p>
            <a:pPr marL="494100" indent="-457200">
              <a:buFont typeface="+mj-lt"/>
              <a:buAutoNum type="arabicPeriod"/>
            </a:pPr>
            <a:r>
              <a:rPr lang="en-US" sz="3200" dirty="0"/>
              <a:t>Pc Games</a:t>
            </a:r>
          </a:p>
          <a:p>
            <a:pPr marL="494100" indent="-457200">
              <a:buFont typeface="+mj-lt"/>
              <a:buAutoNum type="arabicPeriod"/>
            </a:pPr>
            <a:r>
              <a:rPr lang="en-US" sz="3200" dirty="0"/>
              <a:t>Console Games </a:t>
            </a: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A28CE0-2D42-1C77-E7E7-F42A13357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045" y="2618231"/>
            <a:ext cx="3962400" cy="317296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889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9D080-834E-D2CA-EB66-369F8B39F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>
                <a:latin typeface="Algerian" panose="04020705040A02060702" pitchFamily="82" charset="0"/>
              </a:rPr>
              <a:t>GAME DESIGN PROCESS</a:t>
            </a:r>
            <a:endParaRPr lang="en-IN" sz="54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DE48B-3259-9E4E-4EA1-80211729F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 i="1" dirty="0"/>
              <a:t>Idea :  </a:t>
            </a:r>
            <a:r>
              <a:rPr lang="en-US" sz="2800" dirty="0"/>
              <a:t>Think Of A Game Concept</a:t>
            </a:r>
            <a:endParaRPr lang="en-US" sz="3200" dirty="0"/>
          </a:p>
          <a:p>
            <a:r>
              <a:rPr lang="en-US" sz="3600" b="1" i="1" dirty="0"/>
              <a:t>Design :  </a:t>
            </a:r>
            <a:r>
              <a:rPr lang="en-US" sz="2800" dirty="0"/>
              <a:t>Plan Gameplay, Rules And Characters</a:t>
            </a:r>
            <a:endParaRPr lang="en-US" sz="3200" dirty="0"/>
          </a:p>
          <a:p>
            <a:r>
              <a:rPr lang="en-US" sz="3600" b="1" i="1" dirty="0"/>
              <a:t>Prototype :  </a:t>
            </a:r>
            <a:r>
              <a:rPr lang="en-US" sz="2800" dirty="0"/>
              <a:t>Create A Simple Version </a:t>
            </a:r>
            <a:endParaRPr lang="en-US" sz="3200" dirty="0"/>
          </a:p>
          <a:p>
            <a:r>
              <a:rPr lang="en-US" sz="3600" b="1" i="1" dirty="0"/>
              <a:t>Testing :  </a:t>
            </a:r>
            <a:r>
              <a:rPr lang="en-US" sz="2800" dirty="0"/>
              <a:t>Check If </a:t>
            </a:r>
            <a:r>
              <a:rPr lang="en-US" sz="2800" dirty="0" err="1"/>
              <a:t>Is’s</a:t>
            </a:r>
            <a:r>
              <a:rPr lang="en-US" sz="2800" dirty="0"/>
              <a:t> Fun And Working</a:t>
            </a:r>
            <a:endParaRPr lang="en-US" sz="3200" dirty="0"/>
          </a:p>
          <a:p>
            <a:pPr marL="36900" indent="0">
              <a:buNone/>
            </a:pPr>
            <a:r>
              <a:rPr lang="en-IN" dirty="0"/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93915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03263-8C7A-79EC-375F-55BB7BDC6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PROGRAMMING LANGUAGES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82368-1B2D-C0D1-184D-D63E9C8D6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The Most Used Game Programming Languages Are C++, Python,  Java, JavaScript.</a:t>
            </a:r>
          </a:p>
          <a:p>
            <a:r>
              <a:rPr lang="en-US" sz="2800" b="1" i="1" dirty="0"/>
              <a:t>C++ </a:t>
            </a:r>
            <a:r>
              <a:rPr lang="en-US" sz="2800" b="1" dirty="0"/>
              <a:t>:  </a:t>
            </a:r>
            <a:r>
              <a:rPr lang="en-US" dirty="0"/>
              <a:t>It Is The Primary Language  And High – Performance Game Engines  Like Unreal Engine.</a:t>
            </a:r>
          </a:p>
          <a:p>
            <a:r>
              <a:rPr lang="en-US" sz="2800" b="1" i="1" dirty="0"/>
              <a:t>Python :  </a:t>
            </a:r>
            <a:r>
              <a:rPr lang="en-US" dirty="0"/>
              <a:t>Essential For Web- Based And Browser Games, Often Used With Framework 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624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FEFD4-C081-7677-828A-4CD6571D6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CORE GAME ENGINES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31E4F-843F-B2D8-4C42-E7D93081A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THERE ARE FOUR TYPES OF CORE GAME :</a:t>
            </a:r>
          </a:p>
          <a:p>
            <a:pPr marL="494100" indent="-457200">
              <a:buFont typeface="+mj-lt"/>
              <a:buAutoNum type="arabicPeriod"/>
            </a:pPr>
            <a:r>
              <a:rPr lang="en-US" sz="3200" dirty="0"/>
              <a:t>UNITY</a:t>
            </a:r>
          </a:p>
          <a:p>
            <a:pPr marL="494100" indent="-457200">
              <a:buFont typeface="+mj-lt"/>
              <a:buAutoNum type="arabicPeriod"/>
            </a:pPr>
            <a:r>
              <a:rPr lang="en-US" sz="3200" dirty="0"/>
              <a:t>UNREAl ENGINE</a:t>
            </a:r>
          </a:p>
          <a:p>
            <a:pPr marL="494100" indent="-457200">
              <a:buFont typeface="+mj-lt"/>
              <a:buAutoNum type="arabicPeriod"/>
            </a:pPr>
            <a:r>
              <a:rPr lang="en-US" sz="3200" dirty="0"/>
              <a:t>GOBOT</a:t>
            </a:r>
          </a:p>
          <a:p>
            <a:pPr marL="494100" indent="-457200">
              <a:buFont typeface="+mj-lt"/>
              <a:buAutoNum type="arabicPeriod"/>
            </a:pPr>
            <a:r>
              <a:rPr lang="en-US" sz="3200" dirty="0"/>
              <a:t>GAMEMAKER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FE043E-6AA6-8534-99F8-0EAAD5566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067" y="2609849"/>
            <a:ext cx="5655733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360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 0.033 0.027 0.06 0.06 0.06 C 0.099 0.06 0.113 0.03 0.119 0.012 L 0.125 -0.012 C 0.131 -0.03 0.146 -0.06 0.19 -0.06 C 0.218 -0.06 0.25 -0.033 0.25 0 C 0.25 0.033 0.218 0.06 0.19 0.06 C 0.146 0.06 0.131 0.03 0.125 0.012 L 0.119 -0.012 C 0.113 -0.03 0.099 -0.06 0.06 -0.06 C 0.027 -0.06 0 -0.033 0 0 Z" pathEditMode="relative" ptsTypes="">
                                      <p:cBhvr>
                                        <p:cTn id="3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908A5-0E33-F9E0-1FA5-D04B36686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CORE GAME ENGINES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30FA0-EB0C-D922-13AE-F97E6595F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i="1" dirty="0"/>
              <a:t>Unity</a:t>
            </a:r>
            <a:r>
              <a:rPr lang="en-US" sz="3600" b="1" i="1" dirty="0"/>
              <a:t> :  </a:t>
            </a:r>
            <a:r>
              <a:rPr lang="en-US" sz="2800" dirty="0"/>
              <a:t>The Most Popular Engine In 2025 Of Mobile Games. It Is Favored For Its Cross – Platform Support And Extensive Store.</a:t>
            </a:r>
          </a:p>
          <a:p>
            <a:r>
              <a:rPr lang="en-US" sz="3200" b="1" i="1" dirty="0"/>
              <a:t>Unreal Engine</a:t>
            </a:r>
            <a:r>
              <a:rPr lang="en-US" sz="4000" b="1" i="1" dirty="0"/>
              <a:t> </a:t>
            </a:r>
            <a:r>
              <a:rPr lang="en-US" sz="3200" b="1" i="1" dirty="0"/>
              <a:t>:  </a:t>
            </a:r>
            <a:r>
              <a:rPr lang="en-US" sz="2800" dirty="0"/>
              <a:t>Unreal Engine Is Powerful Game Development Software Used To : 3d Animations And Visual Effects.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3690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591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4630E-9158-D4BA-0DC9-28EF5BBAF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Algerian" panose="04020705040A02060702" pitchFamily="82" charset="0"/>
              </a:rPr>
              <a:t>GRAPHICS</a:t>
            </a:r>
            <a:endParaRPr lang="en-IN" sz="60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E8609-3EB7-EA62-3AB8-38239271A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/>
              <a:t>Importance Of Game Graphics :</a:t>
            </a:r>
          </a:p>
          <a:p>
            <a:pPr marL="379800" indent="-342900">
              <a:buFont typeface="+mj-lt"/>
              <a:buAutoNum type="arabicPeriod"/>
            </a:pPr>
            <a:r>
              <a:rPr lang="en-US" sz="2000" dirty="0"/>
              <a:t>Makes Game Attractive</a:t>
            </a:r>
          </a:p>
          <a:p>
            <a:pPr marL="379800" indent="-342900">
              <a:buFont typeface="+mj-lt"/>
              <a:buAutoNum type="arabicPeriod"/>
            </a:pPr>
            <a:r>
              <a:rPr lang="en-US" sz="2000" dirty="0"/>
              <a:t>Improves Player Experience</a:t>
            </a:r>
          </a:p>
          <a:p>
            <a:pPr marL="379800" indent="-342900">
              <a:buFont typeface="+mj-lt"/>
              <a:buAutoNum type="arabicPeriod"/>
            </a:pPr>
            <a:r>
              <a:rPr lang="en-US" sz="2000" dirty="0"/>
              <a:t>Help Tell The Story</a:t>
            </a:r>
          </a:p>
          <a:p>
            <a:r>
              <a:rPr lang="en-US" sz="3200" dirty="0"/>
              <a:t>There Are Two Types Of Graphics :</a:t>
            </a:r>
            <a:r>
              <a:rPr lang="en-US" sz="2800" dirty="0"/>
              <a:t> </a:t>
            </a:r>
          </a:p>
          <a:p>
            <a:pPr marL="551250" indent="-514350">
              <a:buFont typeface="+mj-lt"/>
              <a:buAutoNum type="arabicPeriod"/>
            </a:pPr>
            <a:r>
              <a:rPr lang="en-US" sz="2200" dirty="0"/>
              <a:t>2d Graphics</a:t>
            </a:r>
          </a:p>
          <a:p>
            <a:pPr marL="551250" indent="-514350">
              <a:buFont typeface="+mj-lt"/>
              <a:buAutoNum type="arabicPeriod"/>
            </a:pPr>
            <a:r>
              <a:rPr lang="en-US" sz="2200" dirty="0"/>
              <a:t>3d Graphics</a:t>
            </a:r>
            <a:endParaRPr lang="en-IN" sz="2200" dirty="0"/>
          </a:p>
          <a:p>
            <a:pPr marL="36900" indent="0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933051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E2A94-DAEB-4183-5DA8-3C3E7B1A3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>
                <a:latin typeface="Algerian" panose="04020705040A02060702" pitchFamily="82" charset="0"/>
              </a:rPr>
              <a:t>CONCLUSION</a:t>
            </a:r>
            <a:endParaRPr lang="en-IN" sz="60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E21C6-6898-FE3C-39B2-60872854F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Game Development Is A Technical Process Of Making Games That People Can Play And Enjoy. </a:t>
            </a:r>
          </a:p>
          <a:p>
            <a:r>
              <a:rPr lang="en-US" sz="2400" dirty="0"/>
              <a:t>It Combines Different Areas Like Game Design, Programming, Graphics And Sound To Build A Complete Game.</a:t>
            </a:r>
          </a:p>
          <a:p>
            <a:r>
              <a:rPr lang="en-US" sz="2400" dirty="0"/>
              <a:t>Game Development Requires Creativity, Logical Thinking And Problem- Solving Skills.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0128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25F01-B017-3939-9687-DDC553169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5CD6B-6549-E4B1-8728-2ED6ED9F5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 algn="ctr">
              <a:buNone/>
            </a:pPr>
            <a:endParaRPr lang="en-US" dirty="0"/>
          </a:p>
          <a:p>
            <a:pPr marL="36900" indent="0" algn="ctr">
              <a:buNone/>
            </a:pPr>
            <a:endParaRPr lang="en-US" dirty="0"/>
          </a:p>
          <a:p>
            <a:pPr marL="36900" indent="0" algn="ctr">
              <a:buNone/>
            </a:pPr>
            <a:r>
              <a:rPr lang="en-US" sz="8000" dirty="0">
                <a:latin typeface="Algerian" panose="04020705040A02060702" pitchFamily="82" charset="0"/>
              </a:rPr>
              <a:t>THANK YOU</a:t>
            </a:r>
            <a:endParaRPr lang="en-IN" sz="80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04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{E565FD6E-0216-46C2-B677-7D7CCCB846CE}TFe742eee6-54b3-45e8-a03d-f3d997f9b6caf6c338c2_win32-3734725ae7e2</Template>
  <TotalTime>141</TotalTime>
  <Words>308</Words>
  <Application>Microsoft Office PowerPoint</Application>
  <PresentationFormat>Widescreen</PresentationFormat>
  <Paragraphs>60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Algerian</vt:lpstr>
      <vt:lpstr>Calibri</vt:lpstr>
      <vt:lpstr>Goudy Old Style</vt:lpstr>
      <vt:lpstr>Wingdings</vt:lpstr>
      <vt:lpstr>Wingdings 2</vt:lpstr>
      <vt:lpstr>SlateVTI</vt:lpstr>
      <vt:lpstr>GAME DEVELOPMENT</vt:lpstr>
      <vt:lpstr>TOPICS </vt:lpstr>
      <vt:lpstr>INTRODUCTION OF GAME  DEVELOPMENT </vt:lpstr>
      <vt:lpstr>TYPES OF GAME</vt:lpstr>
      <vt:lpstr>GAME DESIGN PROCESS</vt:lpstr>
      <vt:lpstr>PROGRAMMING LANGUAGES</vt:lpstr>
      <vt:lpstr>CORE GAME ENGINES</vt:lpstr>
      <vt:lpstr>CORE GAME ENGINES</vt:lpstr>
      <vt:lpstr>GRAPHICS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savan patel</dc:creator>
  <cp:lastModifiedBy>savan patel</cp:lastModifiedBy>
  <cp:revision>2</cp:revision>
  <dcterms:created xsi:type="dcterms:W3CDTF">2026-03-31T12:19:14Z</dcterms:created>
  <dcterms:modified xsi:type="dcterms:W3CDTF">2026-03-31T15:11:04Z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