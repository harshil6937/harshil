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08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3/31/2026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Mobile_operating_system" TargetMode="External"/><Relationship Id="rId2" Type="http://schemas.openxmlformats.org/officeDocument/2006/relationships/hyperlink" Target="https://en.wikipedia.org/wiki/First_video_gam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Platform_holder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2307454"/>
          </a:xfrm>
        </p:spPr>
        <p:txBody>
          <a:bodyPr/>
          <a:lstStyle/>
          <a:p>
            <a:pPr algn="ctr"/>
            <a:r>
              <a:rPr lang="en-IN" sz="6000" dirty="0" smtClean="0">
                <a:latin typeface="Algerian" panose="04020705040A02060702" pitchFamily="82" charset="0"/>
              </a:rPr>
              <a:t>GAME DEVELOPMENT</a:t>
            </a:r>
            <a:endParaRPr lang="en-IN" sz="6000" dirty="0">
              <a:latin typeface="Algerian" panose="04020705040A02060702" pitchFamily="8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190260"/>
            <a:ext cx="8825658" cy="1448540"/>
          </a:xfrm>
        </p:spPr>
        <p:txBody>
          <a:bodyPr/>
          <a:lstStyle/>
          <a:p>
            <a:pPr algn="r"/>
            <a:r>
              <a:rPr lang="en-IN" dirty="0" smtClean="0">
                <a:latin typeface="Algerian" panose="04020705040A02060702" pitchFamily="82" charset="0"/>
              </a:rPr>
              <a:t>2530401026-BCA</a:t>
            </a:r>
          </a:p>
          <a:p>
            <a:pPr algn="r"/>
            <a:r>
              <a:rPr lang="en-IN" dirty="0" smtClean="0">
                <a:latin typeface="Algerian" panose="04020705040A02060702" pitchFamily="82" charset="0"/>
              </a:rPr>
              <a:t>Dobariya savan y.</a:t>
            </a:r>
            <a:endParaRPr lang="en-IN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3558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 dirty="0" smtClean="0">
                <a:latin typeface="Algerian" panose="04020705040A02060702" pitchFamily="82" charset="0"/>
              </a:rPr>
              <a:t>INTRODUCTION</a:t>
            </a:r>
            <a:endParaRPr lang="en-IN" sz="48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 smtClean="0">
                <a:latin typeface="Bahnschrift Light" panose="020B0502040204020203" pitchFamily="34" charset="0"/>
              </a:rPr>
              <a:t>Game development is the multidisciplinary process of creating video games, involving programming, design, art, and audio.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Bahnschrift Light" panose="020B0502040204020203" pitchFamily="34" charset="0"/>
              </a:rPr>
              <a:t> It often begins with a concept, progresses through prototyping, and requires specialized software (engines) like </a:t>
            </a:r>
            <a:r>
              <a:rPr lang="en-US" sz="2400" dirty="0" smtClean="0">
                <a:latin typeface="Bahnschrift Light" panose="020B0502040204020203" pitchFamily="34" charset="0"/>
              </a:rPr>
              <a:t>Unity or unreal.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400" dirty="0">
              <a:latin typeface="Bahnschrift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609195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5400" dirty="0">
                <a:latin typeface="Algerian" panose="04020705040A02060702" pitchFamily="82" charset="0"/>
              </a:rPr>
              <a:t>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The history of game making begins with the development of the </a:t>
            </a:r>
            <a:r>
              <a:rPr lang="en-US" sz="2400" dirty="0">
                <a:hlinkClick r:id="rId2" tooltip="First video game"/>
              </a:rPr>
              <a:t>first video games</a:t>
            </a:r>
            <a:r>
              <a:rPr lang="en-US" sz="2400" dirty="0"/>
              <a:t>, although which video game is the first depends on the definition of </a:t>
            </a:r>
            <a:r>
              <a:rPr lang="en-US" sz="2400" i="1" dirty="0"/>
              <a:t>video game</a:t>
            </a:r>
            <a:r>
              <a:rPr lang="en-US" sz="2400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The industry did not see huge innovation </a:t>
            </a:r>
            <a:r>
              <a:rPr lang="en-US" sz="2400" dirty="0" smtClean="0"/>
              <a:t>in game </a:t>
            </a:r>
            <a:r>
              <a:rPr lang="en-US" sz="2400" dirty="0"/>
              <a:t>design and a large number of consoles had very similar games</a:t>
            </a:r>
            <a:r>
              <a:rPr lang="en-US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The Apple App Store, introduced in 2008, was the first mobile application store operated directly by the </a:t>
            </a:r>
            <a:r>
              <a:rPr lang="en-US" dirty="0">
                <a:hlinkClick r:id="rId3" tooltip="Mobile operating system"/>
              </a:rPr>
              <a:t>mobile</a:t>
            </a:r>
            <a:r>
              <a:rPr lang="en-US" dirty="0"/>
              <a:t>-</a:t>
            </a:r>
            <a:r>
              <a:rPr lang="en-US" dirty="0">
                <a:hlinkClick r:id="rId4" tooltip="Platform holder"/>
              </a:rPr>
              <a:t>platform holder</a:t>
            </a:r>
            <a:r>
              <a:rPr lang="en-US" dirty="0"/>
              <a:t>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70933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latin typeface="Algerian" panose="04020705040A02060702" pitchFamily="82" charset="0"/>
              </a:rPr>
              <a:t>Core Components of Game Development</a:t>
            </a:r>
            <a:endParaRPr lang="en-IN" sz="32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b="1" dirty="0" smtClean="0"/>
              <a:t>Programming: </a:t>
            </a:r>
            <a:r>
              <a:rPr lang="en-IN" sz="2400" dirty="0" smtClean="0"/>
              <a:t>essential for building game mechanics, typically using C or </a:t>
            </a:r>
            <a:r>
              <a:rPr lang="en-IN" sz="2400" dirty="0"/>
              <a:t>C</a:t>
            </a:r>
            <a:r>
              <a:rPr lang="en-IN" sz="2400" dirty="0" smtClean="0"/>
              <a:t>++.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b="1" dirty="0"/>
              <a:t>Asset Creation</a:t>
            </a:r>
            <a:r>
              <a:rPr lang="en-IN" sz="2400" b="1" dirty="0" smtClean="0"/>
              <a:t>: </a:t>
            </a:r>
            <a:r>
              <a:rPr lang="en-IN" sz="2400" b="1" dirty="0" err="1" smtClean="0"/>
              <a:t>i</a:t>
            </a:r>
            <a:r>
              <a:rPr lang="en-US" sz="2400" dirty="0" smtClean="0"/>
              <a:t>nvolves </a:t>
            </a:r>
            <a:r>
              <a:rPr lang="en-US" sz="2400" dirty="0"/>
              <a:t>creating 2D/3D art, audio, animation, and user interface (UI) elements</a:t>
            </a:r>
            <a:r>
              <a:rPr lang="en-US" sz="2400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b="1" dirty="0"/>
              <a:t>Game </a:t>
            </a:r>
            <a:r>
              <a:rPr lang="en-IN" sz="2400" b="1" dirty="0" smtClean="0"/>
              <a:t>Design:</a:t>
            </a:r>
            <a:r>
              <a:rPr lang="en-US" sz="2400" dirty="0"/>
              <a:t>Defines the rules, mechanics, story, and overall </a:t>
            </a:r>
            <a:r>
              <a:rPr lang="en-US" sz="2400" dirty="0" smtClean="0"/>
              <a:t>player </a:t>
            </a:r>
            <a:r>
              <a:rPr lang="en-IN" sz="2400" dirty="0" smtClean="0"/>
              <a:t>experience</a:t>
            </a:r>
            <a:r>
              <a:rPr lang="en-I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21795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The Development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Pre-Production:</a:t>
            </a:r>
            <a:r>
              <a:rPr lang="en-US" sz="2400" dirty="0"/>
              <a:t> Developing the concept, creating </a:t>
            </a:r>
            <a:r>
              <a:rPr lang="en-US" sz="2400" dirty="0" smtClean="0"/>
              <a:t>, </a:t>
            </a:r>
            <a:r>
              <a:rPr lang="en-US" sz="2400" dirty="0"/>
              <a:t>writing a Game Design Document (GDD), and planning resources.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Production:</a:t>
            </a:r>
            <a:r>
              <a:rPr lang="en-US" sz="2400" dirty="0"/>
              <a:t> The main phase where code is written, assets are created, and the game is built.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Testing/QA:</a:t>
            </a:r>
            <a:r>
              <a:rPr lang="en-US" sz="2400" dirty="0"/>
              <a:t> Identifying bugs and ensuring game stability.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b="1" dirty="0" smtClean="0"/>
              <a:t>Post-Production:</a:t>
            </a:r>
            <a:r>
              <a:rPr lang="en-US" sz="2400" dirty="0"/>
              <a:t>Publishing, marketing, and updating the game </a:t>
            </a:r>
            <a:r>
              <a:rPr lang="en-US" sz="2400" dirty="0" smtClean="0"/>
              <a:t>after </a:t>
            </a:r>
            <a:r>
              <a:rPr lang="en-IN" sz="2400" dirty="0" smtClean="0"/>
              <a:t>release.</a:t>
            </a:r>
            <a:endParaRPr lang="en-US" sz="2400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2883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latin typeface="Algerian" panose="04020705040A02060702" pitchFamily="82" charset="0"/>
              </a:rPr>
              <a:t>How to Get Started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b="1" dirty="0"/>
              <a:t>Start </a:t>
            </a:r>
            <a:r>
              <a:rPr lang="en-IN" sz="2400" b="1" dirty="0" smtClean="0"/>
              <a:t>Small:</a:t>
            </a:r>
            <a:r>
              <a:rPr lang="en-US" sz="2400" dirty="0"/>
              <a:t>Avoid starting with an overambitious "dream game." Build small, simple games </a:t>
            </a:r>
            <a:r>
              <a:rPr lang="en-US" sz="2400" dirty="0" smtClean="0"/>
              <a:t> </a:t>
            </a:r>
            <a:r>
              <a:rPr lang="en-US" sz="2400" dirty="0"/>
              <a:t>to learn </a:t>
            </a:r>
            <a:r>
              <a:rPr lang="en-US" sz="2400" dirty="0" smtClean="0"/>
              <a:t>the    </a:t>
            </a:r>
            <a:r>
              <a:rPr lang="en-US" sz="2400" dirty="0"/>
              <a:t>workflow</a:t>
            </a:r>
            <a:r>
              <a:rPr lang="en-US" sz="2400" dirty="0" smtClean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Join Game Jams:</a:t>
            </a:r>
            <a:r>
              <a:rPr lang="en-US" sz="2400" dirty="0"/>
              <a:t> Participate in events like Game Jams to create a game within a short timeframe, allowing you to learn teamwork and rapid prototyping.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Find Your Focus:</a:t>
            </a:r>
            <a:r>
              <a:rPr lang="en-US" sz="2400" dirty="0"/>
              <a:t> Determine if you prefer specializing in art, coding, or design. 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282292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 smtClean="0">
                <a:latin typeface="Algerian" panose="04020705040A02060702" pitchFamily="82" charset="0"/>
              </a:rPr>
              <a:t>GAME ENGINES</a:t>
            </a:r>
            <a:endParaRPr lang="en-IN" sz="44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 smtClean="0"/>
              <a:t>Unity: </a:t>
            </a:r>
            <a:r>
              <a:rPr lang="en-US" sz="2400" dirty="0"/>
              <a:t>Popular for 2D, 3D, and mobile games; uses </a:t>
            </a:r>
            <a:r>
              <a:rPr lang="en-US" sz="2400" b="1" dirty="0"/>
              <a:t>C#</a:t>
            </a:r>
            <a:r>
              <a:rPr lang="en-US" sz="2400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Unreal Engine: </a:t>
            </a:r>
            <a:r>
              <a:rPr lang="en-US" sz="2400" dirty="0"/>
              <a:t>Known for high-end 3D graphics; uses </a:t>
            </a:r>
            <a:r>
              <a:rPr lang="en-US" sz="2400" b="1" dirty="0"/>
              <a:t>C++</a:t>
            </a:r>
            <a:r>
              <a:rPr lang="en-US" sz="2400" dirty="0"/>
              <a:t> and "Blueprints" visual scripting.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Godot:</a:t>
            </a:r>
            <a:r>
              <a:rPr lang="en-US" sz="2400" dirty="0"/>
              <a:t> A versatile, open-source engine supporting </a:t>
            </a:r>
            <a:r>
              <a:rPr lang="en-US" sz="2400" dirty="0" smtClean="0"/>
              <a:t> </a:t>
            </a:r>
            <a:r>
              <a:rPr lang="en-US" sz="2400" dirty="0"/>
              <a:t>C#, and C</a:t>
            </a:r>
            <a:r>
              <a:rPr lang="en-US" sz="2400" dirty="0" smtClean="0"/>
              <a:t>++.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Programming Languages:</a:t>
            </a:r>
            <a:r>
              <a:rPr lang="en-US" sz="2400" dirty="0"/>
              <a:t> </a:t>
            </a:r>
            <a:r>
              <a:rPr lang="en-US" sz="2400" b="1" dirty="0"/>
              <a:t>C++</a:t>
            </a:r>
            <a:r>
              <a:rPr lang="en-US" sz="2400" dirty="0"/>
              <a:t> is the industry standard for high-performance engines, while </a:t>
            </a:r>
            <a:r>
              <a:rPr lang="en-US" sz="2400" b="1" dirty="0"/>
              <a:t>C#</a:t>
            </a:r>
            <a:r>
              <a:rPr lang="en-US" sz="2400" dirty="0"/>
              <a:t> and </a:t>
            </a:r>
            <a:r>
              <a:rPr lang="en-US" sz="2400" b="1" dirty="0"/>
              <a:t>Python</a:t>
            </a:r>
            <a:r>
              <a:rPr lang="en-US" sz="2400" dirty="0"/>
              <a:t> are common for gameplay scripting and tool development.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0468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>
                <a:latin typeface="Algerian" panose="04020705040A02060702" pitchFamily="82" charset="0"/>
              </a:rPr>
              <a:t>Career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Game Designer:</a:t>
            </a:r>
            <a:r>
              <a:rPr lang="en-US" sz="2400" dirty="0"/>
              <a:t> Creates the rules, story, and core mechanics.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Game Programmer:</a:t>
            </a:r>
            <a:r>
              <a:rPr lang="en-US" sz="2400" dirty="0"/>
              <a:t> Writes the code that powers the game's logic and engine.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Game Artist:</a:t>
            </a:r>
            <a:r>
              <a:rPr lang="en-US" sz="2400" dirty="0"/>
              <a:t> Produces the visual elements, from 2D concept art to 3D character models.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3488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 dirty="0" smtClean="0">
                <a:latin typeface="Algerian" panose="04020705040A02060702" pitchFamily="82" charset="0"/>
              </a:rPr>
              <a:t>CONCLUSION</a:t>
            </a:r>
            <a:endParaRPr lang="en-IN" sz="48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The Importance of Process:</a:t>
            </a:r>
            <a:r>
              <a:rPr lang="en-US" sz="2400" dirty="0"/>
              <a:t> Successful game creation requires careful planning, testing, and a focus on user experience, culminating in crucial pre-launch refinement.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Rapid Growth and Accessibility:</a:t>
            </a:r>
            <a:r>
              <a:rPr lang="en-US" sz="2400" dirty="0"/>
              <a:t> The industry is expanding quickly, with accessible engines allowing new generations of creators to enter the field.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9448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 dirty="0" smtClean="0">
                <a:latin typeface="Algerian" panose="04020705040A02060702" pitchFamily="82" charset="0"/>
              </a:rPr>
              <a:t>REFERENCE</a:t>
            </a:r>
            <a:endParaRPr lang="en-IN" sz="4800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b="1" dirty="0" smtClean="0"/>
              <a:t>Wikipedia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Core </a:t>
            </a:r>
            <a:r>
              <a:rPr lang="en-IN" b="1" dirty="0" smtClean="0"/>
              <a:t>Design Books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Game Engines &amp; </a:t>
            </a:r>
            <a:r>
              <a:rPr lang="en-IN" b="1" dirty="0" smtClean="0"/>
              <a:t>Tools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Documentation &amp; </a:t>
            </a:r>
            <a:r>
              <a:rPr lang="en-IN" b="1" dirty="0" smtClean="0"/>
              <a:t>Guidelines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b="1" dirty="0"/>
              <a:t>Inspiration &amp; </a:t>
            </a:r>
            <a:r>
              <a:rPr lang="en-IN" b="1" dirty="0" smtClean="0"/>
              <a:t>Research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292107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4918272"/>
          </a:xfrm>
        </p:spPr>
        <p:txBody>
          <a:bodyPr/>
          <a:lstStyle/>
          <a:p>
            <a:pPr algn="ctr"/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/>
            </a:r>
            <a:br>
              <a:rPr lang="en-IN" dirty="0" smtClean="0"/>
            </a:br>
            <a:r>
              <a:rPr lang="en-IN" sz="6600" dirty="0" smtClean="0">
                <a:latin typeface="Algerian" panose="04020705040A02060702" pitchFamily="82" charset="0"/>
              </a:rPr>
              <a:t>THANK YOU</a:t>
            </a:r>
            <a:endParaRPr lang="en-IN" dirty="0"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6062" y="5078027"/>
            <a:ext cx="6933791" cy="117037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498162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50</TotalTime>
  <Words>153</Words>
  <Application>Microsoft Office PowerPoint</Application>
  <PresentationFormat>Widescreen</PresentationFormat>
  <Paragraphs>42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Algerian</vt:lpstr>
      <vt:lpstr>Arial</vt:lpstr>
      <vt:lpstr>Bahnschrift Light</vt:lpstr>
      <vt:lpstr>Century Gothic</vt:lpstr>
      <vt:lpstr>Wingdings</vt:lpstr>
      <vt:lpstr>Wingdings 3</vt:lpstr>
      <vt:lpstr>Ion</vt:lpstr>
      <vt:lpstr>GAME DEVELOPMENT</vt:lpstr>
      <vt:lpstr>INTRODUCTION</vt:lpstr>
      <vt:lpstr>History</vt:lpstr>
      <vt:lpstr>Core Components of Game Development</vt:lpstr>
      <vt:lpstr>The Development Process</vt:lpstr>
      <vt:lpstr>How to Get Started</vt:lpstr>
      <vt:lpstr>GAME ENGINES</vt:lpstr>
      <vt:lpstr>Career Roles</vt:lpstr>
      <vt:lpstr>CONCLUSION</vt:lpstr>
      <vt:lpstr>REFERENCE</vt:lpstr>
      <vt:lpstr>    THANK YOU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GAME DEVELOPMENT</dc:title>
  <dc:creator>student</dc:creator>
  <cp:lastModifiedBy>student</cp:lastModifiedBy>
  <cp:revision>7</cp:revision>
  <dcterms:created xsi:type="dcterms:W3CDTF">2026-03-30T04:52:53Z</dcterms:created>
  <dcterms:modified xsi:type="dcterms:W3CDTF">2026-03-31T09:51:08Z</dcterms:modified>
</cp:coreProperties>
</file>