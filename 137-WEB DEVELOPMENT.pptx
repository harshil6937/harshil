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95" d="100"/>
          <a:sy n="95" d="100"/>
        </p:scale>
        <p:origin x="-58" y="-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 DEVELOPMENT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25030401057-BCA</a:t>
            </a:r>
          </a:p>
          <a:p>
            <a:r>
              <a:rPr lang="en-US" dirty="0" smtClean="0"/>
              <a:t>MAKASANA SHYAM S.</a:t>
            </a:r>
          </a:p>
        </p:txBody>
      </p:sp>
    </p:spTree>
    <p:extLst>
      <p:ext uri="{BB962C8B-B14F-4D97-AF65-F5344CB8AC3E}">
        <p14:creationId xmlns:p14="http://schemas.microsoft.com/office/powerpoint/2010/main" val="24072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INTRODUCATION</a:t>
            </a:r>
          </a:p>
          <a:p>
            <a:r>
              <a:rPr lang="en-US" dirty="0" smtClean="0"/>
              <a:t>OVERVIEW</a:t>
            </a:r>
          </a:p>
          <a:p>
            <a:r>
              <a:rPr lang="en-US" dirty="0" smtClean="0"/>
              <a:t>HISTORY</a:t>
            </a:r>
          </a:p>
          <a:p>
            <a:r>
              <a:rPr lang="en-US" dirty="0"/>
              <a:t>FRONT END </a:t>
            </a:r>
            <a:r>
              <a:rPr lang="en-US" dirty="0" smtClean="0"/>
              <a:t>DEVELOPMENT</a:t>
            </a:r>
          </a:p>
          <a:p>
            <a:r>
              <a:rPr lang="en-US" dirty="0" smtClean="0"/>
              <a:t>HTML</a:t>
            </a:r>
          </a:p>
          <a:p>
            <a:r>
              <a:rPr lang="en-US" dirty="0" smtClean="0"/>
              <a:t>CSS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1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WEB DEVELOPMENT ?</a:t>
            </a:r>
          </a:p>
          <a:p>
            <a:endParaRPr lang="en-US" dirty="0" smtClean="0"/>
          </a:p>
          <a:p>
            <a:r>
              <a:rPr lang="en-US" b="1" dirty="0"/>
              <a:t>Web development</a:t>
            </a:r>
            <a:r>
              <a:rPr lang="en-US" dirty="0"/>
              <a:t> is the process of designing, developing and maintaining </a:t>
            </a:r>
            <a:r>
              <a:rPr lang="en-US" dirty="0">
                <a:solidFill>
                  <a:schemeClr val="accent1"/>
                </a:solidFill>
              </a:rPr>
              <a:t>websites</a:t>
            </a:r>
            <a:r>
              <a:rPr lang="en-US" dirty="0"/>
              <a:t> and </a:t>
            </a:r>
            <a:r>
              <a:rPr lang="en-US" dirty="0">
                <a:solidFill>
                  <a:schemeClr val="accent1"/>
                </a:solidFill>
              </a:rPr>
              <a:t>web apps</a:t>
            </a:r>
            <a:r>
              <a:rPr lang="en-US" dirty="0" smtClean="0"/>
              <a:t>.</a:t>
            </a:r>
          </a:p>
          <a:p>
            <a:r>
              <a:rPr lang="en-US" dirty="0"/>
              <a:t>Web development encompasses several different fields, most commonly referring to the</a:t>
            </a:r>
            <a:r>
              <a:rPr lang="en-US" dirty="0">
                <a:solidFill>
                  <a:schemeClr val="accent1"/>
                </a:solidFill>
              </a:rPr>
              <a:t> programming </a:t>
            </a:r>
            <a:r>
              <a:rPr lang="en-US" dirty="0"/>
              <a:t>of websites</a:t>
            </a:r>
            <a:r>
              <a:rPr lang="en-US" dirty="0" smtClean="0"/>
              <a:t>.</a:t>
            </a:r>
          </a:p>
          <a:p>
            <a:r>
              <a:rPr lang="en-US" dirty="0"/>
              <a:t>Since the World Wide Web was released publicly in 1993</a:t>
            </a:r>
            <a:r>
              <a:rPr lang="en-US" dirty="0" smtClean="0"/>
              <a:t>,.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82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development includes many individual tasks, including web design, web content development, networking, and coding</a:t>
            </a:r>
            <a:r>
              <a:rPr lang="en-US" dirty="0" smtClean="0"/>
              <a:t>.</a:t>
            </a:r>
          </a:p>
          <a:p>
            <a:r>
              <a:rPr lang="en-US" dirty="0"/>
              <a:t>Web development is generally split into two fields: </a:t>
            </a:r>
            <a:r>
              <a:rPr lang="en-US" dirty="0">
                <a:solidFill>
                  <a:schemeClr val="accent1"/>
                </a:solidFill>
              </a:rPr>
              <a:t>front-end development </a:t>
            </a:r>
            <a:r>
              <a:rPr lang="en-US" dirty="0"/>
              <a:t>and </a:t>
            </a:r>
            <a:r>
              <a:rPr lang="en-US" dirty="0">
                <a:solidFill>
                  <a:schemeClr val="accent1"/>
                </a:solidFill>
              </a:rPr>
              <a:t>back-end development</a:t>
            </a:r>
            <a:r>
              <a:rPr lang="en-US" dirty="0"/>
              <a:t>. </a:t>
            </a:r>
            <a:endParaRPr lang="en-US" dirty="0" smtClean="0"/>
          </a:p>
          <a:p>
            <a:r>
              <a:rPr lang="en-US" dirty="0"/>
              <a:t> Front-end developers create the user interface of websites, turning web designs into </a:t>
            </a:r>
            <a:r>
              <a:rPr lang="en-US" dirty="0">
                <a:solidFill>
                  <a:schemeClr val="accent1"/>
                </a:solidFill>
              </a:rPr>
              <a:t>HTML</a:t>
            </a:r>
            <a:r>
              <a:rPr lang="en-US" dirty="0"/>
              <a:t>, </a:t>
            </a:r>
            <a:r>
              <a:rPr lang="en-US" dirty="0">
                <a:solidFill>
                  <a:schemeClr val="accent1"/>
                </a:solidFill>
              </a:rPr>
              <a:t>CSS</a:t>
            </a:r>
            <a:r>
              <a:rPr lang="en-US" dirty="0"/>
              <a:t>, and </a:t>
            </a:r>
            <a:r>
              <a:rPr lang="en-US" dirty="0">
                <a:solidFill>
                  <a:schemeClr val="accent1"/>
                </a:solidFill>
              </a:rPr>
              <a:t>JavaScript </a:t>
            </a:r>
            <a:r>
              <a:rPr lang="en-US" dirty="0"/>
              <a:t>code.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38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World Wide Web is often </a:t>
            </a:r>
            <a:r>
              <a:rPr lang="en-US" dirty="0" err="1"/>
              <a:t>categorised</a:t>
            </a:r>
            <a:r>
              <a:rPr lang="en-US" dirty="0"/>
              <a:t> into three generations: Web 1.0, </a:t>
            </a:r>
            <a:r>
              <a:rPr lang="en-US" dirty="0">
                <a:solidFill>
                  <a:schemeClr val="accent1"/>
                </a:solidFill>
              </a:rPr>
              <a:t>Web 2.0</a:t>
            </a:r>
            <a:r>
              <a:rPr lang="en-US" dirty="0"/>
              <a:t>, and </a:t>
            </a:r>
            <a:r>
              <a:rPr lang="en-US" dirty="0">
                <a:solidFill>
                  <a:schemeClr val="accent1"/>
                </a:solidFill>
              </a:rPr>
              <a:t>Web 3.0</a:t>
            </a:r>
            <a:r>
              <a:rPr lang="en-US" dirty="0"/>
              <a:t> (or Web3</a:t>
            </a:r>
            <a:r>
              <a:rPr lang="en-US" dirty="0" smtClean="0"/>
              <a:t>).</a:t>
            </a:r>
          </a:p>
          <a:p>
            <a:r>
              <a:rPr lang="en-US" dirty="0"/>
              <a:t>It was invented in 1989, and released to the public in 1993</a:t>
            </a:r>
            <a:r>
              <a:rPr lang="en-US" dirty="0" smtClean="0"/>
              <a:t>.</a:t>
            </a:r>
          </a:p>
          <a:p>
            <a:r>
              <a:rPr lang="en-US" dirty="0"/>
              <a:t>In 1999, the term </a:t>
            </a:r>
            <a:r>
              <a:rPr lang="en-US" i="1" dirty="0"/>
              <a:t>Web 2.0</a:t>
            </a:r>
            <a:r>
              <a:rPr lang="en-US" dirty="0"/>
              <a:t> was coined by </a:t>
            </a:r>
            <a:r>
              <a:rPr lang="en-US" dirty="0">
                <a:solidFill>
                  <a:schemeClr val="accent1"/>
                </a:solidFill>
              </a:rPr>
              <a:t>Darcy </a:t>
            </a:r>
            <a:r>
              <a:rPr lang="en-US" dirty="0" err="1">
                <a:solidFill>
                  <a:schemeClr val="accent1"/>
                </a:solidFill>
              </a:rPr>
              <a:t>DiNucci</a:t>
            </a:r>
            <a:r>
              <a:rPr lang="en-US" dirty="0" smtClean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The following year</a:t>
            </a:r>
            <a:r>
              <a:rPr lang="en-US" dirty="0">
                <a:solidFill>
                  <a:schemeClr val="accent1"/>
                </a:solidFill>
              </a:rPr>
              <a:t> CSS</a:t>
            </a:r>
            <a:r>
              <a:rPr lang="en-US" dirty="0"/>
              <a:t> was </a:t>
            </a:r>
            <a:r>
              <a:rPr lang="en-US" dirty="0" smtClean="0"/>
              <a:t>released allowing </a:t>
            </a:r>
            <a:r>
              <a:rPr lang="en-US" dirty="0"/>
              <a:t>greater control over the styling of web pages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02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FRONT END DEVELOPMENT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Front-end web development</a:t>
            </a:r>
            <a:r>
              <a:rPr lang="en-US" dirty="0"/>
              <a:t> is the development of the graphical user interface of a</a:t>
            </a:r>
            <a:r>
              <a:rPr lang="en-US" dirty="0">
                <a:solidFill>
                  <a:schemeClr val="accent1"/>
                </a:solidFill>
              </a:rPr>
              <a:t> website</a:t>
            </a:r>
            <a:r>
              <a:rPr lang="en-US" dirty="0"/>
              <a:t> through the use of </a:t>
            </a:r>
            <a:r>
              <a:rPr lang="en-US" dirty="0">
                <a:solidFill>
                  <a:schemeClr val="accent1"/>
                </a:solidFill>
              </a:rPr>
              <a:t>HTML,</a:t>
            </a:r>
            <a:r>
              <a:rPr lang="en-US" dirty="0"/>
              <a:t> </a:t>
            </a:r>
            <a:r>
              <a:rPr lang="en-US" dirty="0">
                <a:solidFill>
                  <a:schemeClr val="accent1"/>
                </a:solidFill>
              </a:rPr>
              <a:t>CSS, </a:t>
            </a:r>
            <a:r>
              <a:rPr lang="en-US" dirty="0"/>
              <a:t>and</a:t>
            </a:r>
            <a:r>
              <a:rPr lang="en-US" dirty="0">
                <a:solidFill>
                  <a:schemeClr val="accent1"/>
                </a:solidFill>
              </a:rPr>
              <a:t> JavaScript</a:t>
            </a:r>
            <a:r>
              <a:rPr lang="en-US" dirty="0"/>
              <a:t> so users can view and interact with that website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Developers </a:t>
            </a:r>
            <a:r>
              <a:rPr lang="en-US" dirty="0"/>
              <a:t>ensure responsive, high-performance interfaces that work across devices, often utilizing frameworks like </a:t>
            </a:r>
            <a:r>
              <a:rPr lang="en-US" dirty="0">
                <a:solidFill>
                  <a:schemeClr val="accent1"/>
                </a:solidFill>
              </a:rPr>
              <a:t>React, Angular, </a:t>
            </a:r>
            <a:r>
              <a:rPr lang="en-US" dirty="0"/>
              <a:t>or </a:t>
            </a:r>
            <a:r>
              <a:rPr lang="en-US" dirty="0">
                <a:solidFill>
                  <a:schemeClr val="accent1"/>
                </a:solidFill>
              </a:rPr>
              <a:t>Vue.js</a:t>
            </a:r>
            <a:r>
              <a:rPr lang="en-US" dirty="0"/>
              <a:t> to build engaging user experiences</a:t>
            </a:r>
            <a:r>
              <a:rPr lang="en-US" dirty="0" smtClean="0"/>
              <a:t>.</a:t>
            </a:r>
          </a:p>
          <a:p>
            <a:r>
              <a:rPr lang="en-US" dirty="0"/>
              <a:t>Front-end development is a high-demand field with substantial growth expected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80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229" y="1879852"/>
            <a:ext cx="8596668" cy="3880773"/>
          </a:xfrm>
        </p:spPr>
        <p:txBody>
          <a:bodyPr/>
          <a:lstStyle/>
          <a:p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Cascading </a:t>
            </a:r>
            <a:r>
              <a:rPr lang="en-US" b="1" dirty="0"/>
              <a:t>Style Sheets</a:t>
            </a:r>
            <a:r>
              <a:rPr lang="en-US" dirty="0"/>
              <a:t>, is a stylesheet language used to describe the presentation and visual formatting of a document written in HTML or </a:t>
            </a:r>
            <a:r>
              <a:rPr lang="en-US" dirty="0" smtClean="0"/>
              <a:t>XML.</a:t>
            </a:r>
          </a:p>
          <a:p>
            <a:r>
              <a:rPr lang="en-US" dirty="0"/>
              <a:t>It is a core technology of the open web, working alongside HTML (which provides structure) and JavaScript (which provides interactivity</a:t>
            </a:r>
            <a:r>
              <a:rPr lang="en-US" dirty="0" smtClean="0"/>
              <a:t>),</a:t>
            </a:r>
          </a:p>
          <a:p>
            <a:r>
              <a:rPr lang="en-US" dirty="0"/>
              <a:t>The primary function of CSS is to separate the content of a web page from </a:t>
            </a:r>
            <a:r>
              <a:rPr lang="en-US" dirty="0" smtClean="0"/>
              <a:t>its visual </a:t>
            </a:r>
            <a:r>
              <a:rPr lang="en-US" dirty="0"/>
              <a:t>design, including elements like </a:t>
            </a:r>
            <a:r>
              <a:rPr lang="en-US" dirty="0">
                <a:solidFill>
                  <a:schemeClr val="accent1"/>
                </a:solidFill>
              </a:rPr>
              <a:t>colors, fonts, and layout.</a:t>
            </a:r>
            <a:endParaRPr lang="en-US" dirty="0" smtClean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526" y="370090"/>
            <a:ext cx="2995864" cy="167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6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err="1" smtClean="0"/>
              <a:t>HyperText</a:t>
            </a:r>
            <a:r>
              <a:rPr lang="en-US" b="1" dirty="0" smtClean="0"/>
              <a:t> </a:t>
            </a:r>
            <a:r>
              <a:rPr lang="en-US" b="1" dirty="0"/>
              <a:t>Markup Language (HTML)</a:t>
            </a:r>
            <a:r>
              <a:rPr lang="en-US" dirty="0"/>
              <a:t> is the standard markup language for creating and structuring web pages and their content on the </a:t>
            </a:r>
            <a:r>
              <a:rPr lang="en-US" dirty="0" smtClean="0"/>
              <a:t>internet.\</a:t>
            </a:r>
          </a:p>
          <a:p>
            <a:r>
              <a:rPr lang="en-US" dirty="0"/>
              <a:t>It uses a system of tags and attributes to define elements like headings, paragraphs, links, and images, which web browsers then interpret and display as a visual webpage</a:t>
            </a:r>
            <a:r>
              <a:rPr lang="en-US" dirty="0" smtClean="0"/>
              <a:t>.</a:t>
            </a:r>
          </a:p>
          <a:p>
            <a:r>
              <a:rPr lang="en-US" dirty="0"/>
              <a:t>HTML is considered the foundational "skeleton" of a website.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526" y="280735"/>
            <a:ext cx="2452437" cy="245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4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development is a critical, ever-evolving field blending creativity, technology, and user-centric design to build essential digital ecosystems</a:t>
            </a:r>
            <a:r>
              <a:rPr lang="en-US" dirty="0" smtClean="0"/>
              <a:t>.</a:t>
            </a:r>
          </a:p>
          <a:p>
            <a:r>
              <a:rPr lang="en-US" dirty="0"/>
              <a:t>Effective development demands responsive design, high performance, and accessibility to ensure business growth. As AI and new technologies emerge, continuous learning is key to success in this high-demand, high-growth career</a:t>
            </a:r>
            <a:r>
              <a:rPr lang="en-US" dirty="0" smtClean="0"/>
              <a:t>.</a:t>
            </a:r>
          </a:p>
          <a:p>
            <a:r>
              <a:rPr lang="en-US" dirty="0"/>
              <a:t>it is a vital tool for business growth, user engagement, and operational efficiency.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17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Wikipedia</a:t>
            </a:r>
          </a:p>
          <a:p>
            <a:r>
              <a:rPr lang="en-IN" dirty="0"/>
              <a:t>MDN Web Docs (Mozilla Developer Network</a:t>
            </a:r>
            <a:r>
              <a:rPr lang="en-IN" dirty="0" smtClean="0"/>
              <a:t>)</a:t>
            </a:r>
          </a:p>
          <a:p>
            <a:r>
              <a:rPr lang="en-US" dirty="0" smtClean="0"/>
              <a:t>W3School</a:t>
            </a:r>
          </a:p>
          <a:p>
            <a:r>
              <a:rPr lang="en-US" dirty="0" smtClean="0"/>
              <a:t>Books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70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072" y="2471955"/>
            <a:ext cx="8596668" cy="3786231"/>
          </a:xfrm>
        </p:spPr>
        <p:txBody>
          <a:bodyPr>
            <a:normAutofit/>
          </a:bodyPr>
          <a:lstStyle/>
          <a:p>
            <a:r>
              <a:rPr lang="en-US" sz="6600" dirty="0" smtClean="0"/>
              <a:t>THANK YOU</a:t>
            </a:r>
            <a:endParaRPr lang="en-IN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677334" y="6041362"/>
            <a:ext cx="3617829" cy="5523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052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223</Words>
  <Application>Microsoft Office PowerPoint</Application>
  <PresentationFormat>Custom</PresentationFormat>
  <Paragraphs>51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Facet</vt:lpstr>
      <vt:lpstr>WEB DEVELOPMENT</vt:lpstr>
      <vt:lpstr>TOPICS</vt:lpstr>
      <vt:lpstr>INTRODUCATION</vt:lpstr>
      <vt:lpstr>OVERVIEW</vt:lpstr>
      <vt:lpstr>HISTORY</vt:lpstr>
      <vt:lpstr>FRONT END DEVELOPMENT</vt:lpstr>
      <vt:lpstr>css</vt:lpstr>
      <vt:lpstr>HTML</vt:lpstr>
      <vt:lpstr>CONCLUSION</vt:lpstr>
      <vt:lpstr>REFERENCE</vt:lpstr>
      <vt:lpstr>THANK YOU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</dc:title>
  <dc:creator>student</dc:creator>
  <cp:lastModifiedBy>ASUS</cp:lastModifiedBy>
  <cp:revision>4</cp:revision>
  <dcterms:created xsi:type="dcterms:W3CDTF">2026-03-30T04:43:32Z</dcterms:created>
  <dcterms:modified xsi:type="dcterms:W3CDTF">2026-04-06T16:26:14Z</dcterms:modified>
</cp:coreProperties>
</file>